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88720"/>
            <a:ext cx="347472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18872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AI Video Studio Architecture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— Next-Gen AI Micro-Drama Studio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Transforming raw text prompts into viral 9:16 vertical drama series (20–50 episodes) with multi-agent AI directors, consistent character personas, in-browser WebGL editing, and Google Cloud serverless infrastructure.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361188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79476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SEGMENT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Vertical Micro-Drama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$10B+ Global Market Boom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56432" y="361188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39312" y="379476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CREATIVE BRAIN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Multi-Agent AI Director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3.5 Flash &amp; Veo 3.1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1344" y="361188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379476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EDITOR CORE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Pixi.js WebGL NLE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In-Browser Zero-Cost Render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6256" y="361188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89136" y="379476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Run Serverless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Scale-to-Zero ($0 Idle Cost)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Explosive Rise of Vertical Micro-Dramas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33832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331720"/>
            <a:ext cx="2926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$10B+
</a:t>
            </a:r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MARKET BY 2027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Pioneered by Chinese Wēi Duǎnjù and rapidly expanding across the US, Southeast Asia, Latin America, and Europe via TikTok, ReelShort, DramaBox, and Shorts.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89120" y="2148840"/>
            <a:ext cx="33832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331720"/>
            <a:ext cx="2926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 Min
</a:t>
            </a:r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EPISODIC FORMULA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Serialized 20–50 episode dramas with fast conflict escalation, intense emotional payoffs, and cliffhangers every 60–90 seconds to maximize viewer retention.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3832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331720"/>
            <a:ext cx="2926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3.5x
</a:t>
            </a:r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HIGHER MONETIZATION VELOCITY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Micro-dramas convert viewers into paying subscribers 3.5x faster than traditional streaming platforms through pay-per-episode paywalls.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731520" y="5394960"/>
            <a:ext cx="1069848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9496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Opportunity: The creator economy needs automated software to produce hundreds of high-quality vertical drama episodes per month with minimal budget.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PAIN POINTS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Production Bottlenecks in Vertical Drama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High Physical Production Costs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filming requires casting actors, renting sets, filming crews, and extensive editing suites, costing $30,000–$100,000+ per series.
</a:t>
            </a:r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Character Visual Drift in Generative AI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text-to-video tools fail to preserve consistent facial geometry, attire, and lighting across consecutive scenes, ruining narrative immersion.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Prohibitive Localization &amp; Dubbing Costs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Translating video series into foreign languages traditionally requires re-rendering video clips from scratch, incurring massive GPU compute bills.
</a:t>
            </a:r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Disconnected Toolchains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Creators waste hours juggling separate tools for scriptwriting (ChatGPT), image gen (Midjourney), video gen (Runway), and NLE editors (Premiere).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MARKET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Product-Market Fit &amp; Ideal Customer Profiles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331720"/>
            <a:ext cx="2926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Writers &amp; Creators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novel authors and solo creators who want to transform written stories into monetizable vertical video series without camera crews.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[Value: 100x faster production]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89120" y="214884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331720"/>
            <a:ext cx="2926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Media Studios &amp; Agencies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Agencies producing high-volume serialized content for TikTok, YouTube Shorts, and Reels to capture ad revenue and subscriber paywalls.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[Value: 80% cost reduction]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3832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331720"/>
            <a:ext cx="2926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Localization Teams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Publishers localizing domestic drama hits into international markets (EN, VI, ZH, JA, KO, ES) with instant neural voice swapping.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[Value: Zero-video-render dubbing]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31520" y="548640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8640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The Shine Value Proposition: Turn a single creative individual or small team into a full-fledged serialized drama production studio.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BLUEPRINT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High-Level System Architecture &amp; 5-Tier Pipeline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3891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03911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Client WebGL Studio
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Vue 3 SPA + Pixi.js v8 NLE. Zero-render scrub &amp; WebCodecs MP4.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734056"/>
            <a:ext cx="43891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80720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Cloud API Gateway
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22 Express :3001 + JWT Auth &amp; 31 REST Controllers.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502152"/>
            <a:ext cx="43891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575304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AI Director Brain
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3.5 &amp; Veo 3.1 + Parallel MCP &amp; Grafana Loki MCP.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270248"/>
            <a:ext cx="43891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Serverless Workers Link
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Pub/Sub (shine-render-jobs) dispatches to Playwright &amp; Demucs v4.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5038344"/>
            <a:ext cx="43891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11496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Data &amp; Storage
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Firestore Native (shine-db), GCS Media Bucket &amp; SynthID.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03520" y="1965960"/>
            <a:ext cx="61264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0" descr="D:\Workspace\Gits\CamHub\openvideo\apps\shine\docs\assets\shine-system-architecture-diagr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2029968"/>
            <a:ext cx="5943600" cy="36576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31520" y="5897880"/>
            <a:ext cx="106984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89788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BUS: Cloud Pub/Sub (shine-render-jobs) • REST/SSE • 100% Google Cloud Native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END-TO-END EXECUTION FLOW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Micro-Drama Generation Pipeline Workflow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1069848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1" name="Image 0" descr="D:\Workspace\Gits\CamHub\openvideo\apps\shine\docs\assets\shine-agentic-pipeline-work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29968"/>
            <a:ext cx="10515600" cy="32918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31520" y="5532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596128"/>
            <a:ext cx="13167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Viral Trend
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MCP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276856" y="5532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350008" y="5596128"/>
            <a:ext cx="13167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Master Plan
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StorySkeleton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22192" y="5532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95344" y="5596128"/>
            <a:ext cx="13167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Compliance
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367528" y="5532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40680" y="5596128"/>
            <a:ext cx="13167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Breakdown
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ScriptAgent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912864" y="5532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86016" y="5596128"/>
            <a:ext cx="13167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Gen B1–B6
</a:t>
            </a:r>
            <a:pPr algn="ctr" indent="0" marL="0">
              <a:buNone/>
            </a:pPr>
            <a:r>
              <a:rPr lang="en-US" sz="900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Persona/Veo/TTS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458200" y="5532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531352" y="5596128"/>
            <a:ext cx="13167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Rendering
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WebCodecs/Run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0003536" y="5532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076688" y="5596128"/>
            <a:ext cx="13167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Publish
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TikTok/Shorts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1: PRESENTATION (ACTIVE 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OpenVideo Pixi.js WebGL &amp; WebCodecs Engine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Real-Time WebGL Compositor (Pixi.js v8)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browser viewport renders 9:16 vertical frames at &gt;= 30 FPS using client GPU hardware.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Zero-Render Preview: Scrub playhead across buffers with 0ms cloud latency.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GLSL Fragment Shaders: Real-time chroma keying &amp; color grading.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Microsecond Timeline Model: Sub-millisecond timing precision (1s = 1,000,000µs).
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In-Browser Export (WebCodecs API)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Renders MP4 video directly on the user computer via hardware-accelerated WebCodecs (mediabunny).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Server Cost ($0): 100% computed on client device.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Lightning Speed: Encodes a 90s 1080p episode in ~12 seconds.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In-Memory ISOBMFF Muxing: Assembles MP4 container in memory.
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 ROADMAP SPECIFICATION (PHASE 2)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Team Collaboration Architecture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 Patch Protocol (PatchSyncService)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to broadcast atomic RFC 6902 delta patches (&lt;1KB) over Socket.io instead of heavy 500KB blobs:
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"op": "update",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"path": "/clips/clip_01/timing/display/to",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4500000,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"author": "usr_sarah"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Concurrency Controls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synchronization engine ensuring smooth concurrent timeline workflows: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Clip-Level Mutex Locking: Optimistic locking to prevent race conditions.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Live Teammate Cursors: Playhead markers broadcasting peer listening at 30Hz.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Immutable Version Checkpoints: Continuous timeline revision snapshots saved to Firestore.
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5852160"/>
            <a:ext cx="106984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8521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Status: Architecture &amp; Backend Service Designed ➔ Full Client Integration in Phase 2.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3: AI BRAIN (ACTIVE 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Hierarchical Multi-Agent AI Director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28600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Discovery &amp; Skeleton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TrendRadar: Scans viral drama trends via Parallel MCP.
StorySkeleton: Designs 20–50 episode narrative master plans with cliffhangers.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[Model: gemini-3.5-flash-lite]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89120" y="214884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28600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Screenplay Breakdown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ScriptAgent: Breaks each episode into 15–45 short scene blocks (4–8s) with visual prompts, actions, and dialogues in JSON.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[Model: gemini-3.5-flash-lite]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28600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QA &amp; In-Editor Copilot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SupervisionAgent: Audits pacing &amp; safety.
ChatbotAgent: Modifies timeline state via natural language commands.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[Model: gemini-3.5-flash-lite / 2.5-pro]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31520" y="548640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8640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 4-Tier Memory Mesh: Active Session State ➔ Vertex Vector Search RAG (text-embedding-004) ➔ Series Knowledge Graph Lineage ➔ Token Compressor.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3: LOCALIZATION (ACTIVE 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Decoupled Audio-Visual Dubbing Engine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1: Pure Visual Motion (VIDEO 1)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Generated as silent video clips via Google Veo 3.1 (veo-3.1-generate-001). Immutable during multi-language dubbing operations.
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[Scene 01: 6.00s] ── [Scene 02: 5.50s] (Fixed Visuals)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2: Neural TTS Dialogue (AUDIO 1)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Synthesized per language track via gemini-3.1-flash-tts-preview (30 distinct voices) with word-level phonetic timestamps.
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EN: "Where are you?" (2.1s)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VI: "Anh đang ở đâu?" (2.6s, Δt)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5852160"/>
            <a:ext cx="106984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8521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Unfair Cost Advantage: To distribute in 5 languages, Shine only swaps the voice track and recalculates timeline timings (Δt). You never re-render expensive video AI clips!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4: CLOUD WORKERS (ACTIVE 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Serverless Cloud Run Video Render Worker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Asynchronous Jobs &amp; Headless Playwright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Episode render tasks are dispatched asynchronously (/render-job), tracking progress from 0% to 100% via API polling or SSE stream.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shine-render-worker container launches headless Chromium WebCodecs compositors.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Renders master-quality 1080p/4K video frames on Cloud Run.
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Scale-to-Zero &amp; Parity Audit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lifecycle engineered for extreme cost efficiency: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Scale-to-Zero ($0 Idle): Scales to 0 instances when idle, eliminating static server bills.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Automated SSIM diff tool ensures the final cloud video matches editor preview with SSIM &gt; 0.999 parity.
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4: AUDIO AI (ACTIVE 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 Demucs v4 AI Stem Separation &amp; 3D Audio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Demucs v4 AI Microservice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FastAPI Python microservice on Cloud Run (services/demucs-worker) separates mixed audio into isolated stems: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Vocal Isolation: Separates character dialogue from background ambient noise.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Music Extraction: Strips vocal tracks to create clean instrumental soundtracks.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Parametric Auto-Ducking: Attenuates BGM by 80% with 250ms attack during dialogue intervals.
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Binaural Spatial Audio Engine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Calculates real acoustic physics based on where characters stand on the phone screen: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Sabine RT60 Decay: Simulates realistic room reverb (hallway, bedroom, street).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Woodworth Head Model: Computes Interaural Time Differences (ITD) between ears.
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5: STORAGE &amp; TRUST (ACTIVE 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Pluggable Persistence, SynthID &amp; C2PA Provenance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Pluggable Database Architecture (IDatabaseProvider)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strict repository interfaces, enabling database switching via environment variables: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Firestore Native (shine-db) — Primary Cloud NoSQL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MongoDB Atlas — Document Database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SQLite (shine.db) — Local Development
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Watermarking &amp; Provenance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trust and media integrity suite: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 SynthID: Embeds imperceptible digital watermarks into audio &amp; video.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C2PA Content Credentials: Cryptographically signs provenance manifests.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V4 Signed URLs: Generates temporary 30-minute GCS links for secure media streaming.
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INFRASTRUCTURE SYNERGY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Cloud Unified Service Synergy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28600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 &amp; Scaling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Run: Serverless execution with --min-instances 0 scaling to 0 when idle.
Cloud Scheduler: Periodic cron (*/5 * * * *) token sync heartbeat.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[$0 Idle Compute Cost]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89120" y="214884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28600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Messaging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Firestore Native: Document persistence for scripts, timelines &amp; version snapshots.
Cloud Storage (GCS): V4 signed URLs for high-throughput media streaming.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[gs://shine-studio-media]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28600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Observability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IAM &amp; Secret Manager: Least-privilege roles (aiplatform.user, datastore.user).
Cloud Logging: Real-time structured telemetry &amp; P99 latency tracking.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[Enterprise IAM &amp; Audit Trails]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31520" y="548640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8640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Synergy Advantage: Native identity &amp; networking across all GCP services eliminates ingress/egress transit bottlenecks and simplifies DevOps automation.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GENERATIVE AI STACK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Multimodal Generative AI Model Matrix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2860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/ Task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Active Production Model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Supported Models &amp; Fallbacks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Technical Role in Shine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Script &amp; Planning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gemini-3.5-flash-lite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gemini-2.5-pro, 3.1-pro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Story master plan, 15–45 scene JSON breakdown, cliffhangers.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Orchestrator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gemini-3.5-flash-lite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ADK Router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TrendRadar, ScriptAgent, SupervisionAgent coordinator.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 Generation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veo-3.1-generate-001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veo-3.0, 2.0, 2.1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9:16 vertical silent video motion clips with camera steering.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Facial Consistency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gemini-3.1-flash-lite-image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imagen-3.0, imagen-3.5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8-angle facial consistency keyframes &amp; character visual DNA.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Neural TTS Speech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gemini-3.1-flash-tts-preview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Gemini Voices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Multi-speaker dialogue with word-level timestamps in 6 languages.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Audio Dialogue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gemini-live-2.5-flash-native-audio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Bidirectional WebSocket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Low-latency live interactive character voice conversations.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Soundtrack &amp; SFX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lyria-3-clip-preview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Lyria-v1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Dynamic mood-adaptive background music &amp; suspense crescendo risers.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Search (RAG)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text-embedding-004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Vertex Vector Search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Sub-50ms semantic search across scene bibles &amp; character lineage.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Stem Separation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Meta Demucs v4 (htdemucs)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FastAPI PyTorch Container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Vocal isolation, BGM extraction, and parametric auto-ducking.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Watermarking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Google SynthID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C2PA Manifest Signing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Steganographic imperceptible watermarking on generated waveforms.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 INTEGRATION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Context Protocol (MCP) Integration Fabric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Parallel AI Search MCP (search.parallel.ai/mcp)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Connects Shine multi-agent director to real-time web search for discovering viral drama tropes and performing safety audits: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Trend Radar Agent: Scans real-time trending tropes across 6 regions.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Supervision Agent: Automated pre-flight copyright check on titles &amp; novel synopses.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SfxService: Discovers open sound effects across Freesound &amp; web sources.
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Client: server/src/integrations/mcp/ParallelMCPClient.ts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Grafana MCP &amp; Loki Observability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Unifies live system monitoring, container health, and error tracing through the official Grafana MCP endpoint: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Telemetry Streaming: Auto-flushes structured logs &amp; RSS to Grafana Loki every 15s.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P99 Latency &amp; Probes: Exposes GET /api/admin/observability tracking WebSockets.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Automated Alerts: Triggers instant email alerts upon critical AI pipeline failures.
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Service: server/src/services/observability/GrafanaObservabilityService.ts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COMPETITIVE EDGE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Shine's 4 Unique Selling Points (USPs)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33172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Decoupled Multi-Language Dubbing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visual clips + neural speech allow swapping dialogue into 6+ languages and auto-aligning timeline bounds (Δt) without re-rendering expensive video AI clips.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33172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In-Browser $0 GPU WebCodecs Render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Creators export 1080p MP4 episodes directly in browser memory in ~12 seconds, delivering fast turnarounds with zero server GPU overhead.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1520" y="411480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29768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Persona Studio &amp; 8 Facial Anchors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Locks facial geometry, wardrobe, and character embeddings across 50 episodes, eliminating visual drift and inconsistency.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7920" y="411480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9768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Scale-to-Zero Serverless Economy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serverless infrastructure on Google Cloud Run automatically scales containers to 0 instances when idle, ensuring $0 static maintenance costs.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CONSISTENCY ENGINE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 Studio: 8 Facial Consistency Anchors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8-Angle Facial Consistency Locking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 character is registered, Persona Studio generates 8 multi-angle reference keyframes to lock their biometric DNA: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Frontal Portrait &amp; 45° Left/Right Profile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Full Side Profile &amp; High/Low Angle Cinematic Shots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Emotional Smirk &amp; Dramatic Anger expressions
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DNA &amp; Reference Injection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During video and storyboard generation, the character visual traits and reference image URLs are automatically injected into Gemini and Veo prompts: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Preserves signature hairstyles, scars, and attire continuity.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Links voice IDs (Gemini Audio) to specific character personas.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Guarantees cast continuity across all 20–50 episodes.
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AUDIENCE RETENTION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Kinetic Subtitles &amp; Dynamic Cliffhanger Engine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Word-Level Animated Kinetic Captions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Captions drive over 60% of short-form video watch time. Shine automatically generates viral animated subtitles: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Karaoke Pop-In: Active words highlight &amp; bounce on beat with speech.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Typography Presets: Dramatic Punch, Neon Cyberpunk, Clean Minimalist.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One-Click Translation: Translates subtitles while preserving millisecond timings.
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Cliffhanger Engine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 identifies the episode climax and injects an intense 3-second hook sequence: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GLSL Shaders: Triggers glitch, flash, or keyframe zoom-in effects.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Audio Stinger: Injects dramatic crescendo risers on AUDIO 3.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Call-to-Action Overlay: Displays "Episode 2 Unlocked in 3s".
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DEVELOPMENT EVOLUTION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 Engineering Roadmap (Sprints 1–7)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106984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148840"/>
            <a:ext cx="8503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Foundation, Vertex AI SDK, Pluggable DBs (Firestore/SQLite), and Auth Suite.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509760" y="2148840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[v0.1 Alpha]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834640"/>
            <a:ext cx="106984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834640"/>
            <a:ext cx="8503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2: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Multi-Agent Script Pipeline, Trend Radar (Parallel MCP), Persona Studio.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509760" y="2834640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[v0.2 Beta]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520440"/>
            <a:ext cx="106984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520440"/>
            <a:ext cx="8503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3: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OpenVideo Pixi.js WebGL Editor, Undo/Redo Commands, Dual-Render Parity.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509760" y="3520440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[v0.5 NLE Beta]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206240"/>
            <a:ext cx="106984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206240"/>
            <a:ext cx="8503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4: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Neural Voiceover, Kinetic Subtitles, Cliffhanger Engine, Meta Demucs v4.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509760" y="4206240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[v0.8 RC1]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892040"/>
            <a:ext cx="106984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892040"/>
            <a:ext cx="8503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5: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WebSocket Delta Sync Architecture, Quality Linter &amp; i18n Key Parity.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509760" y="4892040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[v0.9 RC2]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577840"/>
            <a:ext cx="106984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5577840"/>
            <a:ext cx="8503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6 &amp; 7: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Multi-Platform Publishing, Grafana MCP Observability &amp; Playwright E2E Suite.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509760" y="5577840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[v1.1 Commercial]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 PLANNING (PHASE 2 &amp; 3 ROADMAP)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Roadmap Innovations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313432"/>
            <a:ext cx="47548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Real-Time Multi-User Co-Editing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client integration of the Socket.io RFC 6902 JSON Pointer delta patch engine for live collaborative timeline editing.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[Phase 2: Live Team Collaboration]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313432"/>
            <a:ext cx="47548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Distributed Batch Render Queue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multi-episode batch queueing across a pool of parallel Cloud Run Playwright worker nodes via Cloud Pub/Sub.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[Phase 2: Automated 50-Episode Batch Queue]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1520" y="411480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279392"/>
            <a:ext cx="47548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Platform Analytics &amp; Synthetic Audience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 retention heatmaps, drop-off prediction curves, and cross-platform publishing analytics (TikTok / Shorts / Reels).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[Phase 3: Platform Analytics &amp; Audience Simulator]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7920" y="411480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79392"/>
            <a:ext cx="47548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Live Interactive Drama &amp; Marketplace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Branching narrative trees (@antv/g6) for live voting + AI character asset trading marketplace.
</a:t>
            </a: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[Phase 3: Branching Drama &amp; Character Hub]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ARCHITECTURE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Run Sizing &amp; $0 Idle Cost Model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148840"/>
          <a:ext cx="10698480" cy="2377440"/>
        </p:xfrm>
        <a:graphic>
          <a:graphicData uri="http://schemas.openxmlformats.org/drawingml/2006/table">
            <a:tbl>
              <a:tblPr/>
              <a:tblGrid>
                <a:gridCol w="2286000"/>
                <a:gridCol w="2011680"/>
                <a:gridCol w="2103120"/>
                <a:gridCol w="228600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Autoscaling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Concurrency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Idle Cost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shine-app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vCPU / 4Gi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to 3 instances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80 req/instance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$0.00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shine-render-worker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vCPU / 8Gi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to 3 instances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job (Isolated)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$0.00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demucs-worker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vCPU / 4Gi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to 3 instances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req/instance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$0.00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31520" y="4846320"/>
            <a:ext cx="10698480" cy="685800"/>
          </a:xfrm>
          <a:prstGeom prst="roundRect">
            <a:avLst>
              <a:gd name="adj" fmla="val 10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48463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Scale-to-Zero Guarantee: When no users are actively editing or rendering, all 3 Cloud Run services scale to 0 instances. Zero monthly server bills when idle!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97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 &amp; AUTOMATION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1-Click Full Ecosystem Cloud Run Deployment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Cloud Provisioning Lifecycle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automated deployment in 5 sequential steps: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1. Auto-enables 10 GCP APIs (run, pubsub, firestore, aiplatform, etc.).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2. Grants least-privilege IAM roles to Default Compute Service Account.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3. Auto-provisions Firestore Native database shine-db and GCS bucket.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4. Creates Pub/Sub topics (shine-render-jobs, shine-render-status).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5. Builds and deploys all 3 containers with dynamic YAML configuration.
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Execution Command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entire ecosystem with a single command:
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PowerShell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.\scripts\deploy-cloudrun.ps1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Linux / macOS / Cloud Shell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./scripts/deploy-cloudrun.sh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Health Check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https://&lt;APP_URL&gt;/api/health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STUDIO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 System Architecture &amp; Product Blueprint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332720" y="365760"/>
            <a:ext cx="109728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3657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68680"/>
            <a:ext cx="10698480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63440" y="1188720"/>
            <a:ext cx="2834640" cy="384048"/>
          </a:xfrm>
          <a:prstGeom prst="roundRect">
            <a:avLst>
              <a:gd name="adj" fmla="val 3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18872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Summary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1691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Redefining Global Storytelling for the Short-Form Video Era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645920" y="242316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Shine unites cutting-edge Google generative AI models (gemini-3.5-flash-lite, veo-3.1, gemini-live-2.5, lyria-3), Model Context Protocol integrations (Parallel MCP &amp; Grafana MCP), and serverless scale-to-zero infrastructure to turn any creator into a global micro-drama studio.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94560" y="3749040"/>
            <a:ext cx="23774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0" y="397764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100x Faster
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 to Video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937760" y="3749040"/>
            <a:ext cx="23774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397764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 Cheaper
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Zero-Render Dubbing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0" y="3749040"/>
            <a:ext cx="23774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0" y="397764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 Idle Cost
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Serverless Run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OpenVideo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Shine — System Architecture &amp; Product Blueprint</dc:title>
  <dc:subject>PptxGenJS Presentation</dc:subject>
  <dc:creator>Shine Studio</dc:creator>
  <cp:lastModifiedBy>Shine Studio</cp:lastModifiedBy>
  <cp:revision>1</cp:revision>
  <dcterms:created xsi:type="dcterms:W3CDTF">2026-08-30T14:18:26Z</dcterms:created>
  <dcterms:modified xsi:type="dcterms:W3CDTF">2026-08-30T14:18:26Z</dcterms:modified>
</cp:coreProperties>
</file>